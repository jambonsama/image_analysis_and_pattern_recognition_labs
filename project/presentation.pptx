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2" r:id="rId2"/>
    <p:sldId id="280" r:id="rId3"/>
    <p:sldId id="277" r:id="rId4"/>
    <p:sldId id="278" r:id="rId5"/>
    <p:sldId id="279" r:id="rId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86427" autoAdjust="0"/>
  </p:normalViewPr>
  <p:slideViewPr>
    <p:cSldViewPr snapToGrid="0">
      <p:cViewPr varScale="1">
        <p:scale>
          <a:sx n="100" d="100"/>
          <a:sy n="100" d="100"/>
        </p:scale>
        <p:origin x="95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D9933F-CFF6-48A3-84D5-84B66E06D6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BABCD5-5E9E-48A4-9BD3-F6338C1AE9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CH"/>
              <a:t>21/04/2020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DB30E-4D4F-4B3B-9D51-51B70666F31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26EDB-D2D9-4222-8E39-0CDF8C39CA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958476-0E0D-41FB-AEF8-71DC4C6B8094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778404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CH"/>
              <a:t>21/04/2020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831FAA-BA95-4114-814B-804161916173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7718548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31FAA-BA95-4114-814B-804161916173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44210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31FAA-BA95-4114-814B-804161916173}" type="slidenum">
              <a:rPr lang="en-CH" smtClean="0"/>
              <a:t>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72123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31FAA-BA95-4114-814B-804161916173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6915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31FAA-BA95-4114-814B-804161916173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66068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831FAA-BA95-4114-814B-804161916173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67630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4D17-56D7-4490-B966-4F7457FEF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CDCCA3-5406-4623-9346-DD43586FD0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EBD65-6E84-4941-B6C0-2A26B165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64C66-54A9-44A5-87A0-E4A68CEC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A7872-09ED-402D-BCF2-DEBD3281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9726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B8A1-0DF0-4B1D-B10D-81FCFA7D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FCBEC-F90D-4DF6-89AD-9BD99D00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6801-6C62-42E5-8B0D-B5991A518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D1323-14CF-47F3-95B9-F0BE39B05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FC846-1E2F-41A2-BA0D-6285B0CD4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731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8E3-B54F-4381-B3CA-F6B46810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0DCE3-B6A9-4272-8FA1-BCD6A2760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3AAF4-11EF-4B1F-BDC6-7B2200BC1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C4ACF-B5D4-4414-BD42-2F362F54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3C14C-975E-4ACD-BF0D-FF4186DD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989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8CB0-24F3-4FD3-98CD-8FBC8F65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D10E5-157C-4741-A418-14F554595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6B882-6547-4917-A93D-3A9A742D0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CD52C-F0C7-4FFB-A5E6-DF04060A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4DC9E7-3F2E-4CDF-8780-82921E47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6EADE-F928-4DC2-8692-00F7CF3ED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2511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C65F-5703-4702-AF47-1217F70A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ABF58-77F5-451E-8ED0-55402EF1E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133E8-80CF-4BAF-89AD-DE414336A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4D02E-A502-4787-AC20-96431EEE6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E6FB8-1BDC-468F-8C2A-CC09324EF3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3F04D6-8F7B-4F75-9ABD-BDDD3B116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3B3C90-1AE2-4D4A-ACDA-4FC1B965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CDBAD-A630-432C-9C8B-ADDC1E15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3565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0FA38-437F-4319-A816-CED0F7F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1F2582-6DA7-46AE-9768-863E002F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0B293-F8DE-4935-A829-E57336637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84AF8-54C1-41E2-96F8-CE7806DDF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567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183AA9-081E-4108-9612-03F6AD853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EE700-DBEE-40F4-AE96-100D88F23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DD632-3ABF-44BA-B19A-813CA95B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6797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8FCE-A3F5-441C-A55A-B1C11E69A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D4A3D-A96C-4745-B2BD-A46FB54E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BC11C-1A74-460A-9996-AAA3758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5B71F-BAC1-4B5D-BB6C-3325490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1A2EF-3589-43EE-902C-5BD2EF908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BDB8F-5FB4-4320-87F5-BB7BD1968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6729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1C4AF-4CCC-44CE-B42E-C6417E34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D6D54-4C97-421E-BA6E-E8E650D8B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AADE9-96C0-4595-981F-AD67EE182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A663C-9014-43B7-A477-02490EEC0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ECC46-1017-4B5F-B908-4E7501A7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3CA6A-D2F9-4057-AAD0-45A9FF31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1393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3575-7B2D-48ED-B809-4D6487D1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3EEC5-902B-45B5-B144-78470E382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705B7-C755-43BC-A7DB-8254B70B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F7F8-3F36-474A-924F-0958C3207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0B087-ADFF-4608-8095-9CA500A0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480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02D1B-2238-4252-8C8B-89A75F2A6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3B3F6-7610-45D4-8BF1-B2EE68B13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7EABD-4A71-4C2D-A709-A0CA87A8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63799-2D85-48DD-9467-40E57F6E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26DD9-73BE-499E-BCA2-021B962B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542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EB251F-670C-488D-9E04-B39B2B8C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8FF94-4C9F-4E1A-A9C0-98CBC89A7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A205-41CD-4890-8125-C4E7975546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CH"/>
              <a:t>21/04/2020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09A88-995A-412A-B27D-DB41F4FB3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6D8F8-05AC-44D3-B75F-22526F34E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B5E2A-433B-448B-927D-175968ECC449}" type="slidenum">
              <a:rPr lang="en-CH" smtClean="0"/>
              <a:t>‹#›</a:t>
            </a:fld>
            <a:endParaRPr lang="en-CH" dirty="0"/>
          </a:p>
        </p:txBody>
      </p:sp>
      <p:pic>
        <p:nvPicPr>
          <p:cNvPr id="7" name="Picture 6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EC4DA197-3FF8-4705-8732-E0BCFFFF276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2820" y="80359"/>
            <a:ext cx="1338841" cy="39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87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B84D6-2FED-41A9-8568-290EB7DA3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2176"/>
          </a:xfrm>
        </p:spPr>
        <p:txBody>
          <a:bodyPr>
            <a:normAutofit/>
          </a:bodyPr>
          <a:lstStyle/>
          <a:p>
            <a:r>
              <a:rPr lang="en-CH" dirty="0">
                <a:solidFill>
                  <a:srgbClr val="C00000"/>
                </a:solidFill>
              </a:rPr>
              <a:t>I</a:t>
            </a:r>
            <a:r>
              <a:rPr lang="fr-CH" dirty="0">
                <a:solidFill>
                  <a:srgbClr val="C00000"/>
                </a:solidFill>
              </a:rPr>
              <a:t>A</a:t>
            </a:r>
            <a:r>
              <a:rPr lang="en-CH" dirty="0">
                <a:solidFill>
                  <a:srgbClr val="C00000"/>
                </a:solidFill>
              </a:rPr>
              <a:t>P</a:t>
            </a:r>
            <a:r>
              <a:rPr lang="fr-CH" dirty="0">
                <a:solidFill>
                  <a:srgbClr val="C00000"/>
                </a:solidFill>
              </a:rPr>
              <a:t>R</a:t>
            </a:r>
            <a:r>
              <a:rPr lang="en-CH" dirty="0">
                <a:solidFill>
                  <a:srgbClr val="C00000"/>
                </a:solidFill>
              </a:rPr>
              <a:t> </a:t>
            </a:r>
            <a:r>
              <a:rPr lang="fr-CH" dirty="0">
                <a:solidFill>
                  <a:srgbClr val="C00000"/>
                </a:solidFill>
              </a:rPr>
              <a:t>s</a:t>
            </a:r>
            <a:r>
              <a:rPr lang="en-CH" dirty="0">
                <a:solidFill>
                  <a:srgbClr val="C00000"/>
                </a:solidFill>
              </a:rPr>
              <a:t>p</a:t>
            </a:r>
            <a:r>
              <a:rPr lang="fr-CH" dirty="0">
                <a:solidFill>
                  <a:srgbClr val="C00000"/>
                </a:solidFill>
              </a:rPr>
              <a:t>e</a:t>
            </a:r>
            <a:r>
              <a:rPr lang="en-CH" dirty="0">
                <a:solidFill>
                  <a:srgbClr val="C00000"/>
                </a:solidFill>
              </a:rPr>
              <a:t>c</a:t>
            </a:r>
            <a:r>
              <a:rPr lang="fr-CH" dirty="0">
                <a:solidFill>
                  <a:srgbClr val="C00000"/>
                </a:solidFill>
              </a:rPr>
              <a:t>i</a:t>
            </a:r>
            <a:r>
              <a:rPr lang="en-CH" dirty="0">
                <a:solidFill>
                  <a:srgbClr val="C00000"/>
                </a:solidFill>
              </a:rPr>
              <a:t>a</a:t>
            </a:r>
            <a:r>
              <a:rPr lang="fr-CH" dirty="0">
                <a:solidFill>
                  <a:srgbClr val="C00000"/>
                </a:solidFill>
              </a:rPr>
              <a:t>l</a:t>
            </a:r>
            <a:r>
              <a:rPr lang="en-CH" dirty="0">
                <a:solidFill>
                  <a:srgbClr val="C00000"/>
                </a:solidFill>
              </a:rPr>
              <a:t> </a:t>
            </a:r>
            <a:r>
              <a:rPr lang="fr-CH" dirty="0">
                <a:solidFill>
                  <a:srgbClr val="C00000"/>
                </a:solidFill>
              </a:rPr>
              <a:t>p</a:t>
            </a:r>
            <a:r>
              <a:rPr lang="en-CH" dirty="0">
                <a:solidFill>
                  <a:srgbClr val="C00000"/>
                </a:solidFill>
              </a:rPr>
              <a:t>r</a:t>
            </a:r>
            <a:r>
              <a:rPr lang="fr-CH" dirty="0">
                <a:solidFill>
                  <a:srgbClr val="C00000"/>
                </a:solidFill>
              </a:rPr>
              <a:t>o</a:t>
            </a:r>
            <a:r>
              <a:rPr lang="en-CH" dirty="0">
                <a:solidFill>
                  <a:srgbClr val="C00000"/>
                </a:solidFill>
              </a:rPr>
              <a:t>j</a:t>
            </a:r>
            <a:r>
              <a:rPr lang="fr-CH" dirty="0">
                <a:solidFill>
                  <a:srgbClr val="C00000"/>
                </a:solidFill>
              </a:rPr>
              <a:t>e</a:t>
            </a:r>
            <a:r>
              <a:rPr lang="en-CH" dirty="0">
                <a:solidFill>
                  <a:srgbClr val="C00000"/>
                </a:solidFill>
              </a:rPr>
              <a:t>c</a:t>
            </a:r>
            <a:r>
              <a:rPr lang="fr-CH" dirty="0">
                <a:solidFill>
                  <a:srgbClr val="C00000"/>
                </a:solidFill>
              </a:rPr>
              <a:t>t</a:t>
            </a:r>
            <a:endParaRPr lang="en-CH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65A158-2E21-42E1-8E3C-93F3EC244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6425"/>
            <a:ext cx="9144000" cy="1829558"/>
          </a:xfrm>
        </p:spPr>
        <p:txBody>
          <a:bodyPr>
            <a:normAutofit/>
          </a:bodyPr>
          <a:lstStyle/>
          <a:p>
            <a:endParaRPr lang="en-CH" dirty="0"/>
          </a:p>
          <a:p>
            <a:r>
              <a:rPr lang="en-CH" dirty="0"/>
              <a:t>Nicolas </a:t>
            </a:r>
            <a:r>
              <a:rPr lang="en-CH" dirty="0" err="1"/>
              <a:t>Furrer</a:t>
            </a:r>
            <a:endParaRPr lang="en-CH" dirty="0"/>
          </a:p>
          <a:p>
            <a:r>
              <a:rPr lang="en-CH" dirty="0"/>
              <a:t>Claire </a:t>
            </a:r>
            <a:r>
              <a:rPr lang="en-CH" dirty="0" err="1"/>
              <a:t>Mey</a:t>
            </a:r>
            <a:r>
              <a:rPr lang="fr-CH" dirty="0"/>
              <a:t>e</a:t>
            </a:r>
            <a:r>
              <a:rPr lang="en-CH" dirty="0"/>
              <a:t>r</a:t>
            </a:r>
          </a:p>
          <a:p>
            <a:r>
              <a:rPr lang="en-CH" dirty="0"/>
              <a:t>P</a:t>
            </a:r>
            <a:r>
              <a:rPr lang="fr-CH" dirty="0"/>
              <a:t>h</a:t>
            </a:r>
            <a:r>
              <a:rPr lang="en-CH" dirty="0" err="1"/>
              <a:t>i</a:t>
            </a:r>
            <a:r>
              <a:rPr lang="fr-CH" dirty="0"/>
              <a:t>l</a:t>
            </a:r>
            <a:r>
              <a:rPr lang="en-CH" dirty="0" err="1"/>
              <a:t>i</a:t>
            </a:r>
            <a:r>
              <a:rPr lang="fr-CH" dirty="0"/>
              <a:t>p</a:t>
            </a:r>
            <a:r>
              <a:rPr lang="en-CH" dirty="0"/>
              <a:t>p Schuler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9008-7E4F-4F00-8599-96CD791F5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808F8-37BE-49D7-8F42-B1FBEC7D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023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A32-1FC2-4F79-B981-9D27FE64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Image segmentation : </a:t>
            </a:r>
            <a:r>
              <a:rPr lang="en-CH" dirty="0" err="1"/>
              <a:t>st</a:t>
            </a:r>
            <a:r>
              <a:rPr lang="fr-CH" dirty="0"/>
              <a:t>r</a:t>
            </a:r>
            <a:r>
              <a:rPr lang="en-CH" dirty="0"/>
              <a:t>a</a:t>
            </a:r>
            <a:r>
              <a:rPr lang="fr-CH" dirty="0"/>
              <a:t>t</a:t>
            </a:r>
            <a:r>
              <a:rPr lang="en-CH" dirty="0"/>
              <a:t>e</a:t>
            </a:r>
            <a:r>
              <a:rPr lang="fr-CH" dirty="0"/>
              <a:t>g</a:t>
            </a:r>
            <a:r>
              <a:rPr lang="en-CH" dirty="0"/>
              <a:t>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0A932-C390-4A3A-80DC-003C4B5E6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539" y="1475652"/>
            <a:ext cx="6380922" cy="1106418"/>
          </a:xfrm>
        </p:spPr>
        <p:txBody>
          <a:bodyPr>
            <a:normAutofit/>
          </a:bodyPr>
          <a:lstStyle/>
          <a:p>
            <a:pPr lvl="1"/>
            <a:r>
              <a:rPr lang="fr-CH" dirty="0" err="1"/>
              <a:t>Color</a:t>
            </a:r>
            <a:r>
              <a:rPr lang="fr-CH" dirty="0"/>
              <a:t> </a:t>
            </a:r>
            <a:r>
              <a:rPr lang="en-CH" dirty="0"/>
              <a:t>HSV </a:t>
            </a:r>
            <a:r>
              <a:rPr lang="fr-CH" dirty="0" err="1"/>
              <a:t>separation</a:t>
            </a:r>
            <a:r>
              <a:rPr lang="en-CH" dirty="0"/>
              <a:t> </a:t>
            </a:r>
            <a:r>
              <a:rPr lang="fr-CH" dirty="0"/>
              <a:t>:</a:t>
            </a:r>
          </a:p>
          <a:p>
            <a:pPr lvl="2"/>
            <a:r>
              <a:rPr lang="fr-CH" dirty="0"/>
              <a:t>Red </a:t>
            </a:r>
            <a:r>
              <a:rPr lang="en-CH" dirty="0"/>
              <a:t>-&gt; </a:t>
            </a:r>
            <a:r>
              <a:rPr lang="fr-CH" dirty="0" err="1"/>
              <a:t>arrow</a:t>
            </a:r>
            <a:r>
              <a:rPr lang="fr-CH" dirty="0"/>
              <a:t> (robot)</a:t>
            </a:r>
          </a:p>
          <a:p>
            <a:pPr lvl="2"/>
            <a:r>
              <a:rPr lang="fr-CH" dirty="0"/>
              <a:t>Blue and </a:t>
            </a:r>
            <a:r>
              <a:rPr lang="en-CH" dirty="0"/>
              <a:t>b</a:t>
            </a:r>
            <a:r>
              <a:rPr lang="fr-CH" dirty="0" err="1"/>
              <a:t>lack</a:t>
            </a:r>
            <a:r>
              <a:rPr lang="fr-CH" dirty="0"/>
              <a:t> </a:t>
            </a:r>
            <a:r>
              <a:rPr lang="en-CH" dirty="0"/>
              <a:t>-&gt; </a:t>
            </a:r>
            <a:r>
              <a:rPr lang="fr-CH" dirty="0"/>
              <a:t>digits and </a:t>
            </a:r>
            <a:r>
              <a:rPr lang="en-CH" dirty="0"/>
              <a:t>math operators</a:t>
            </a:r>
            <a:endParaRPr lang="fr-CH" dirty="0"/>
          </a:p>
          <a:p>
            <a:pPr lvl="1"/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4F47-65E1-48C9-A76A-6621183C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108F1-A6A3-4FDB-B39B-57152A6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2</a:t>
            </a:fld>
            <a:endParaRPr lang="en-C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5B0633-5F77-4F87-93C0-D37F663C319A}"/>
              </a:ext>
            </a:extLst>
          </p:cNvPr>
          <p:cNvSpPr txBox="1"/>
          <p:nvPr/>
        </p:nvSpPr>
        <p:spPr>
          <a:xfrm>
            <a:off x="546652" y="3277723"/>
            <a:ext cx="54797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M</a:t>
            </a:r>
            <a:r>
              <a:rPr lang="en-CH" dirty="0" err="1"/>
              <a:t>orphology</a:t>
            </a:r>
            <a:r>
              <a:rPr lang="en-CH" dirty="0"/>
              <a:t> to clean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Connected component (region growing) for tracking</a:t>
            </a:r>
          </a:p>
          <a:p>
            <a:r>
              <a:rPr lang="en-CH" dirty="0"/>
              <a:t>=&gt; (</a:t>
            </a:r>
            <a:r>
              <a:rPr lang="en-CH" dirty="0" err="1"/>
              <a:t>x,y</a:t>
            </a:r>
            <a:r>
              <a:rPr lang="en-CH" dirty="0"/>
              <a:t>) robot position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41D7DA-8458-4551-B76C-B08EF09046FD}"/>
              </a:ext>
            </a:extLst>
          </p:cNvPr>
          <p:cNvSpPr txBox="1"/>
          <p:nvPr/>
        </p:nvSpPr>
        <p:spPr>
          <a:xfrm>
            <a:off x="6698973" y="3277723"/>
            <a:ext cx="39756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M</a:t>
            </a:r>
            <a:r>
              <a:rPr lang="en-CH" dirty="0"/>
              <a:t>o</a:t>
            </a:r>
            <a:r>
              <a:rPr lang="fr-CH" dirty="0"/>
              <a:t>r</a:t>
            </a:r>
            <a:r>
              <a:rPr lang="en-CH" dirty="0"/>
              <a:t>p</a:t>
            </a:r>
            <a:r>
              <a:rPr lang="fr-CH" dirty="0"/>
              <a:t>h</a:t>
            </a:r>
            <a:r>
              <a:rPr lang="en-CH" dirty="0"/>
              <a:t>o</a:t>
            </a:r>
            <a:r>
              <a:rPr lang="fr-CH" dirty="0"/>
              <a:t>l</a:t>
            </a:r>
            <a:r>
              <a:rPr lang="en-CH" dirty="0"/>
              <a:t>o</a:t>
            </a:r>
            <a:r>
              <a:rPr lang="fr-CH" dirty="0"/>
              <a:t>g</a:t>
            </a:r>
            <a:r>
              <a:rPr lang="en-CH" dirty="0"/>
              <a:t>y </a:t>
            </a:r>
            <a:r>
              <a:rPr lang="fr-CH" dirty="0"/>
              <a:t>t</a:t>
            </a:r>
            <a:r>
              <a:rPr lang="en-CH" dirty="0"/>
              <a:t>o </a:t>
            </a:r>
            <a:r>
              <a:rPr lang="fr-CH" dirty="0"/>
              <a:t>f</a:t>
            </a:r>
            <a:r>
              <a:rPr lang="en-CH" dirty="0"/>
              <a:t>u</a:t>
            </a:r>
            <a:r>
              <a:rPr lang="fr-CH" dirty="0"/>
              <a:t>s</a:t>
            </a:r>
            <a:r>
              <a:rPr lang="en-CH" dirty="0"/>
              <a:t>e </a:t>
            </a:r>
            <a:r>
              <a:rPr lang="fr-CH" dirty="0"/>
              <a:t>u</a:t>
            </a:r>
            <a:r>
              <a:rPr lang="en-CH" dirty="0"/>
              <a:t>n</a:t>
            </a:r>
            <a:r>
              <a:rPr lang="fr-CH" dirty="0"/>
              <a:t>i</a:t>
            </a:r>
            <a:r>
              <a:rPr lang="en-CH" dirty="0"/>
              <a:t>q</a:t>
            </a:r>
            <a:r>
              <a:rPr lang="fr-CH" dirty="0"/>
              <a:t>u</a:t>
            </a:r>
            <a:r>
              <a:rPr lang="en-CH" dirty="0"/>
              <a:t>e </a:t>
            </a:r>
            <a:r>
              <a:rPr lang="fr-CH" dirty="0"/>
              <a:t>c</a:t>
            </a:r>
            <a:r>
              <a:rPr lang="en-CH" dirty="0"/>
              <a:t>h</a:t>
            </a:r>
            <a:r>
              <a:rPr lang="fr-CH" dirty="0"/>
              <a:t>a</a:t>
            </a:r>
            <a:r>
              <a:rPr lang="en-CH" dirty="0"/>
              <a:t>r</a:t>
            </a:r>
            <a:r>
              <a:rPr lang="fr-CH" dirty="0"/>
              <a:t>s</a:t>
            </a:r>
            <a:r>
              <a:rPr lang="en-CH" dirty="0"/>
              <a:t> </a:t>
            </a:r>
            <a:r>
              <a:rPr lang="fr-CH" dirty="0"/>
              <a:t>i</a:t>
            </a:r>
            <a:r>
              <a:rPr lang="en-CH" dirty="0"/>
              <a:t>n </a:t>
            </a:r>
            <a:r>
              <a:rPr lang="fr-CH" dirty="0"/>
              <a:t>u</a:t>
            </a:r>
            <a:r>
              <a:rPr lang="en-CH" dirty="0"/>
              <a:t>n</a:t>
            </a:r>
            <a:r>
              <a:rPr lang="fr-CH" dirty="0"/>
              <a:t>i</a:t>
            </a:r>
            <a:r>
              <a:rPr lang="en-CH" dirty="0"/>
              <a:t>q</a:t>
            </a:r>
            <a:r>
              <a:rPr lang="fr-CH" dirty="0"/>
              <a:t>u</a:t>
            </a:r>
            <a:r>
              <a:rPr lang="en-CH" dirty="0"/>
              <a:t>e </a:t>
            </a:r>
            <a:r>
              <a:rPr lang="fr-CH" dirty="0"/>
              <a:t>o</a:t>
            </a:r>
            <a:r>
              <a:rPr lang="en-CH" dirty="0"/>
              <a:t>b</a:t>
            </a:r>
            <a:r>
              <a:rPr lang="fr-CH" dirty="0"/>
              <a:t>j</a:t>
            </a:r>
            <a:r>
              <a:rPr lang="en-CH" dirty="0"/>
              <a:t>e</a:t>
            </a:r>
            <a:r>
              <a:rPr lang="fr-CH" dirty="0"/>
              <a:t>c</a:t>
            </a:r>
            <a:r>
              <a:rPr lang="en-CH" dirty="0"/>
              <a:t>t</a:t>
            </a:r>
            <a:r>
              <a:rPr lang="fr-CH" dirty="0"/>
              <a:t>s</a:t>
            </a:r>
            <a:endParaRPr lang="en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Co</a:t>
            </a:r>
            <a:r>
              <a:rPr lang="fr-CH" dirty="0"/>
              <a:t>n</a:t>
            </a:r>
            <a:r>
              <a:rPr lang="en-CH" dirty="0"/>
              <a:t>t</a:t>
            </a:r>
            <a:r>
              <a:rPr lang="fr-CH" dirty="0"/>
              <a:t>o</a:t>
            </a:r>
            <a:r>
              <a:rPr lang="en-CH" dirty="0"/>
              <a:t>u</a:t>
            </a:r>
            <a:r>
              <a:rPr lang="fr-CH" dirty="0"/>
              <a:t>r</a:t>
            </a:r>
            <a:r>
              <a:rPr lang="en-CH" dirty="0"/>
              <a:t>s </a:t>
            </a:r>
            <a:r>
              <a:rPr lang="fr-CH" dirty="0"/>
              <a:t>a</a:t>
            </a:r>
            <a:r>
              <a:rPr lang="en-CH" dirty="0"/>
              <a:t>n</a:t>
            </a:r>
            <a:r>
              <a:rPr lang="fr-CH" dirty="0"/>
              <a:t>d</a:t>
            </a:r>
            <a:r>
              <a:rPr lang="en-CH" dirty="0"/>
              <a:t> </a:t>
            </a:r>
            <a:r>
              <a:rPr lang="fr-CH" dirty="0"/>
              <a:t>b</a:t>
            </a:r>
            <a:r>
              <a:rPr lang="en-CH" dirty="0"/>
              <a:t>o</a:t>
            </a:r>
            <a:r>
              <a:rPr lang="fr-CH" dirty="0"/>
              <a:t>u</a:t>
            </a:r>
            <a:r>
              <a:rPr lang="en-CH" dirty="0"/>
              <a:t>n</a:t>
            </a:r>
            <a:r>
              <a:rPr lang="fr-CH" dirty="0"/>
              <a:t>d</a:t>
            </a:r>
            <a:r>
              <a:rPr lang="en-CH" dirty="0" err="1"/>
              <a:t>i</a:t>
            </a:r>
            <a:r>
              <a:rPr lang="fr-CH" dirty="0"/>
              <a:t>n</a:t>
            </a:r>
            <a:r>
              <a:rPr lang="en-CH" dirty="0"/>
              <a:t>g </a:t>
            </a:r>
            <a:r>
              <a:rPr lang="fr-CH" dirty="0"/>
              <a:t>b</a:t>
            </a:r>
            <a:r>
              <a:rPr lang="en-CH" dirty="0"/>
              <a:t>o</a:t>
            </a:r>
            <a:r>
              <a:rPr lang="fr-CH" dirty="0"/>
              <a:t>x</a:t>
            </a:r>
            <a:r>
              <a:rPr lang="en-CH" dirty="0"/>
              <a:t>e</a:t>
            </a:r>
            <a:r>
              <a:rPr lang="fr-CH" dirty="0"/>
              <a:t>s</a:t>
            </a:r>
            <a:r>
              <a:rPr lang="en-CH" dirty="0"/>
              <a:t> </a:t>
            </a:r>
            <a:r>
              <a:rPr lang="fr-CH" dirty="0"/>
              <a:t>t</a:t>
            </a:r>
            <a:r>
              <a:rPr lang="en-CH" dirty="0"/>
              <a:t>o </a:t>
            </a:r>
            <a:r>
              <a:rPr lang="fr-CH" dirty="0"/>
              <a:t>i</a:t>
            </a:r>
            <a:r>
              <a:rPr lang="en-CH" dirty="0"/>
              <a:t>s</a:t>
            </a:r>
            <a:r>
              <a:rPr lang="fr-CH" dirty="0"/>
              <a:t>o</a:t>
            </a:r>
            <a:r>
              <a:rPr lang="en-CH" dirty="0"/>
              <a:t>l</a:t>
            </a:r>
            <a:r>
              <a:rPr lang="fr-CH" dirty="0"/>
              <a:t>a</a:t>
            </a:r>
            <a:r>
              <a:rPr lang="en-CH" dirty="0"/>
              <a:t>t</a:t>
            </a:r>
            <a:r>
              <a:rPr lang="fr-CH" dirty="0"/>
              <a:t>e</a:t>
            </a:r>
            <a:r>
              <a:rPr lang="en-CH" dirty="0"/>
              <a:t> chars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Range to discriminate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Inertia axes </a:t>
            </a:r>
            <a:r>
              <a:rPr lang="fr-CH" dirty="0"/>
              <a:t>f</a:t>
            </a:r>
            <a:r>
              <a:rPr lang="en-CH" dirty="0"/>
              <a:t>o</a:t>
            </a:r>
            <a:r>
              <a:rPr lang="fr-CH" dirty="0"/>
              <a:t>r</a:t>
            </a:r>
            <a:r>
              <a:rPr lang="en-CH" dirty="0"/>
              <a:t> redressing (</a:t>
            </a:r>
            <a:r>
              <a:rPr lang="fr-CH" dirty="0"/>
              <a:t>m</a:t>
            </a:r>
            <a:r>
              <a:rPr lang="en-CH" dirty="0"/>
              <a:t>o</a:t>
            </a:r>
            <a:r>
              <a:rPr lang="fr-CH" dirty="0"/>
              <a:t>d</a:t>
            </a:r>
            <a:r>
              <a:rPr lang="en-CH" dirty="0"/>
              <a:t> 180°)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MNIST normalization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CNN / </a:t>
            </a:r>
            <a:r>
              <a:rPr lang="fr-CH" dirty="0"/>
              <a:t>c</a:t>
            </a:r>
            <a:r>
              <a:rPr lang="en-CH" dirty="0" err="1"/>
              <a:t>ustom</a:t>
            </a:r>
            <a:r>
              <a:rPr lang="en-CH" dirty="0"/>
              <a:t> classification</a:t>
            </a:r>
          </a:p>
          <a:p>
            <a:r>
              <a:rPr lang="en-CH" dirty="0"/>
              <a:t>=&gt; </a:t>
            </a:r>
            <a:r>
              <a:rPr lang="fr-CH" dirty="0"/>
              <a:t>C</a:t>
            </a:r>
            <a:r>
              <a:rPr lang="en-CH" dirty="0" err="1"/>
              <a:t>haracters</a:t>
            </a:r>
            <a:r>
              <a:rPr lang="en-CH" dirty="0"/>
              <a:t> (</a:t>
            </a:r>
            <a:r>
              <a:rPr lang="en-CH" dirty="0" err="1"/>
              <a:t>x,y</a:t>
            </a:r>
            <a:r>
              <a:rPr lang="en-CH" dirty="0"/>
              <a:t>) position</a:t>
            </a:r>
            <a:r>
              <a:rPr lang="fr-CH" dirty="0"/>
              <a:t>s</a:t>
            </a:r>
            <a:r>
              <a:rPr lang="en-CH" dirty="0"/>
              <a:t> and </a:t>
            </a:r>
            <a:br>
              <a:rPr lang="en-US" dirty="0"/>
            </a:br>
            <a:r>
              <a:rPr lang="en-US" dirty="0"/>
              <a:t>      </a:t>
            </a:r>
            <a:r>
              <a:rPr lang="en-CH" dirty="0"/>
              <a:t>classification</a:t>
            </a:r>
            <a:r>
              <a:rPr lang="fr-CH" dirty="0"/>
              <a:t>s</a:t>
            </a:r>
            <a:r>
              <a:rPr lang="en-CH" dirty="0"/>
              <a:t> (</a:t>
            </a:r>
            <a:r>
              <a:rPr lang="fr-CH" dirty="0"/>
              <a:t>l</a:t>
            </a:r>
            <a:r>
              <a:rPr lang="en-CH" dirty="0" err="1"/>
              <a:t>i</a:t>
            </a:r>
            <a:r>
              <a:rPr lang="fr-CH" dirty="0"/>
              <a:t>s</a:t>
            </a:r>
            <a:r>
              <a:rPr lang="en-CH" dirty="0"/>
              <a:t>t)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45B05C-056C-41E0-9E09-AEA22A39B8E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168850" y="2582070"/>
            <a:ext cx="1517950" cy="695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9871A5-EDE2-48A6-9C2B-BB583DA2EE5D}"/>
              </a:ext>
            </a:extLst>
          </p:cNvPr>
          <p:cNvCxnSpPr>
            <a:endCxn id="6" idx="0"/>
          </p:cNvCxnSpPr>
          <p:nvPr/>
        </p:nvCxnSpPr>
        <p:spPr>
          <a:xfrm flipH="1">
            <a:off x="3286539" y="2582070"/>
            <a:ext cx="1345096" cy="695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AB95D34-BA8A-4344-9AFA-D3737BDC4E58}"/>
              </a:ext>
            </a:extLst>
          </p:cNvPr>
          <p:cNvSpPr txBox="1"/>
          <p:nvPr/>
        </p:nvSpPr>
        <p:spPr>
          <a:xfrm>
            <a:off x="546652" y="4936923"/>
            <a:ext cx="5479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A</a:t>
            </a:r>
            <a:r>
              <a:rPr lang="en-CH" dirty="0"/>
              <a:t>t </a:t>
            </a:r>
            <a:r>
              <a:rPr lang="fr-CH" dirty="0"/>
              <a:t>e</a:t>
            </a:r>
            <a:r>
              <a:rPr lang="en-CH" dirty="0"/>
              <a:t>a</a:t>
            </a:r>
            <a:r>
              <a:rPr lang="fr-CH" dirty="0"/>
              <a:t>c</a:t>
            </a:r>
            <a:r>
              <a:rPr lang="en-CH" dirty="0"/>
              <a:t>h </a:t>
            </a:r>
            <a:r>
              <a:rPr lang="fr-CH" dirty="0"/>
              <a:t>f</a:t>
            </a:r>
            <a:r>
              <a:rPr lang="en-CH" dirty="0" err="1"/>
              <a:t>rame</a:t>
            </a:r>
            <a:r>
              <a:rPr lang="en-CH" dirty="0"/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/>
              <a:t>R</a:t>
            </a:r>
            <a:r>
              <a:rPr lang="en-CH" dirty="0" err="1"/>
              <a:t>obot</a:t>
            </a:r>
            <a:r>
              <a:rPr lang="en-CH" dirty="0"/>
              <a:t>-chars distance discrimination =&gt; formula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If character is ‘=‘ sign =&gt; </a:t>
            </a:r>
            <a:r>
              <a:rPr lang="fr-CH" dirty="0"/>
              <a:t>f</a:t>
            </a:r>
            <a:r>
              <a:rPr lang="en-CH" dirty="0"/>
              <a:t>o</a:t>
            </a:r>
            <a:r>
              <a:rPr lang="fr-CH" dirty="0"/>
              <a:t>r</a:t>
            </a:r>
            <a:r>
              <a:rPr lang="en-CH" dirty="0" err="1"/>
              <a:t>mula</a:t>
            </a:r>
            <a:r>
              <a:rPr lang="en-CH" dirty="0"/>
              <a:t>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Info display on the frame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1DA620-EA68-42C2-8DBA-C50AE3A0141E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>
            <a:off x="3286539" y="4201053"/>
            <a:ext cx="0" cy="735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97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A32-1FC2-4F79-B981-9D27FE64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Image segmentation : re</a:t>
            </a:r>
            <a:r>
              <a:rPr lang="fr-CH" dirty="0"/>
              <a:t>s</a:t>
            </a:r>
            <a:r>
              <a:rPr lang="en-CH" dirty="0"/>
              <a:t>u</a:t>
            </a:r>
            <a:r>
              <a:rPr lang="fr-CH" dirty="0"/>
              <a:t>l</a:t>
            </a:r>
            <a:r>
              <a:rPr lang="en-CH" dirty="0"/>
              <a:t>t</a:t>
            </a:r>
            <a:r>
              <a:rPr lang="fr-CH" dirty="0"/>
              <a:t>s</a:t>
            </a:r>
            <a:endParaRPr lang="en-CH" dirty="0"/>
          </a:p>
        </p:txBody>
      </p:sp>
      <p:pic>
        <p:nvPicPr>
          <p:cNvPr id="7" name="Content Placeholder 6" descr="A screen shot of a computer&#10;&#10;Description automatically generated">
            <a:extLst>
              <a:ext uri="{FF2B5EF4-FFF2-40B4-BE49-F238E27FC236}">
                <a16:creationId xmlns:a16="http://schemas.microsoft.com/office/drawing/2014/main" id="{11BDB1CA-D17B-4B45-93FB-23C220156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70" y="1520264"/>
            <a:ext cx="4421630" cy="313911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4F47-65E1-48C9-A76A-6621183C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108F1-A6A3-4FDB-B39B-57152A6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3</a:t>
            </a:fld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75FAC-A868-4456-BD8F-EE3F2D47C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425" y="5087110"/>
            <a:ext cx="7159487" cy="84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46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A32-1FC2-4F79-B981-9D27FE64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OCR : </a:t>
            </a:r>
            <a:r>
              <a:rPr lang="fr-CH" dirty="0"/>
              <a:t>s</a:t>
            </a:r>
            <a:r>
              <a:rPr lang="en-CH" dirty="0"/>
              <a:t>t</a:t>
            </a:r>
            <a:r>
              <a:rPr lang="fr-CH" dirty="0"/>
              <a:t>r</a:t>
            </a:r>
            <a:r>
              <a:rPr lang="en-CH" dirty="0"/>
              <a:t>a</a:t>
            </a:r>
            <a:r>
              <a:rPr lang="fr-CH" dirty="0"/>
              <a:t>t</a:t>
            </a:r>
            <a:r>
              <a:rPr lang="en-CH" dirty="0"/>
              <a:t>e</a:t>
            </a:r>
            <a:r>
              <a:rPr lang="fr-CH" dirty="0"/>
              <a:t>g</a:t>
            </a:r>
            <a:r>
              <a:rPr lang="en-CH" dirty="0"/>
              <a:t>y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907901E9-80EE-4E19-AEA0-BB18E0D9F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8861"/>
            <a:ext cx="5180013" cy="4370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sz="2400" dirty="0"/>
              <a:t>Digits :</a:t>
            </a:r>
          </a:p>
          <a:p>
            <a:r>
              <a:rPr lang="en-CH" sz="2400" dirty="0"/>
              <a:t>CNN based on LeNet-5 </a:t>
            </a:r>
            <a:endParaRPr lang="fr-CH" sz="2400" dirty="0"/>
          </a:p>
          <a:p>
            <a:r>
              <a:rPr lang="fr-CH" sz="2400" dirty="0"/>
              <a:t>Training on MNIST</a:t>
            </a:r>
            <a:r>
              <a:rPr lang="en-CH" sz="2400" dirty="0"/>
              <a:t> with 0° and 180°</a:t>
            </a:r>
          </a:p>
          <a:p>
            <a:endParaRPr lang="fr-CH" sz="2400" dirty="0"/>
          </a:p>
          <a:p>
            <a:endParaRPr lang="en-US" sz="2400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200229F1-C9CB-48A4-945F-6E328A7853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92918" y="1818861"/>
            <a:ext cx="4323522" cy="43708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H" dirty="0"/>
              <a:t>Math operators :</a:t>
            </a:r>
          </a:p>
          <a:p>
            <a:pPr marL="0" indent="0">
              <a:buNone/>
            </a:pPr>
            <a:r>
              <a:rPr lang="en-CH" dirty="0"/>
              <a:t>Criteria :</a:t>
            </a:r>
            <a:endParaRPr lang="fr-CH" dirty="0"/>
          </a:p>
          <a:p>
            <a:pPr marL="457200" lvl="1" indent="0">
              <a:buNone/>
            </a:pPr>
            <a:r>
              <a:rPr lang="fr-CH" dirty="0"/>
              <a:t>Numbers of contours</a:t>
            </a:r>
          </a:p>
          <a:p>
            <a:pPr lvl="2"/>
            <a:r>
              <a:rPr lang="en-CH" dirty="0"/>
              <a:t>3 =&gt; ‘/’</a:t>
            </a:r>
            <a:endParaRPr lang="fr-CH" dirty="0"/>
          </a:p>
          <a:p>
            <a:pPr lvl="2"/>
            <a:r>
              <a:rPr lang="en-CH" dirty="0"/>
              <a:t>2 =&gt; ‘=‘ </a:t>
            </a:r>
            <a:endParaRPr lang="fr-CH" dirty="0"/>
          </a:p>
          <a:p>
            <a:pPr marL="457200" lvl="1" indent="0">
              <a:buNone/>
            </a:pPr>
            <a:r>
              <a:rPr lang="fr-CH" dirty="0"/>
              <a:t>W</a:t>
            </a:r>
            <a:r>
              <a:rPr lang="en-CH" dirty="0" err="1"/>
              <a:t>idth</a:t>
            </a:r>
            <a:r>
              <a:rPr lang="en-CH" dirty="0"/>
              <a:t> / height r</a:t>
            </a:r>
            <a:r>
              <a:rPr lang="fr-CH" dirty="0" err="1"/>
              <a:t>atio</a:t>
            </a:r>
            <a:r>
              <a:rPr lang="fr-CH" dirty="0"/>
              <a:t> of single contour</a:t>
            </a:r>
            <a:r>
              <a:rPr lang="en-CH" dirty="0"/>
              <a:t> : </a:t>
            </a:r>
          </a:p>
          <a:p>
            <a:pPr lvl="2"/>
            <a:r>
              <a:rPr lang="en-CH" dirty="0"/>
              <a:t>&lt; 2 =&gt; ‘-’</a:t>
            </a:r>
            <a:endParaRPr lang="fr-CH" dirty="0"/>
          </a:p>
          <a:p>
            <a:pPr marL="457200" lvl="1" indent="0">
              <a:buNone/>
            </a:pPr>
            <a:r>
              <a:rPr lang="fr-CH" dirty="0"/>
              <a:t>Fourrier </a:t>
            </a:r>
            <a:r>
              <a:rPr lang="fr-CH" dirty="0" err="1"/>
              <a:t>descriptor</a:t>
            </a:r>
            <a:r>
              <a:rPr lang="fr-CH" dirty="0"/>
              <a:t> (4th one)</a:t>
            </a:r>
          </a:p>
          <a:p>
            <a:pPr lvl="2"/>
            <a:r>
              <a:rPr lang="fr-CH" dirty="0"/>
              <a:t>&lt; 0</a:t>
            </a:r>
            <a:r>
              <a:rPr lang="en-CH" dirty="0"/>
              <a:t>.</a:t>
            </a:r>
            <a:r>
              <a:rPr lang="fr-CH" dirty="0"/>
              <a:t>1</a:t>
            </a:r>
            <a:r>
              <a:rPr lang="en-CH" dirty="0"/>
              <a:t> =&gt; ‘*’</a:t>
            </a:r>
            <a:endParaRPr lang="fr-CH" dirty="0"/>
          </a:p>
          <a:p>
            <a:pPr lvl="2"/>
            <a:r>
              <a:rPr lang="en-CH" dirty="0"/>
              <a:t>&gt; 0.1 =&gt; ‘+’</a:t>
            </a:r>
            <a:endParaRPr lang="fr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4F47-65E1-48C9-A76A-6621183C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108F1-A6A3-4FDB-B39B-57152A6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4</a:t>
            </a:fld>
            <a:endParaRPr lang="en-CH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BA00610-1EDC-4CAA-ADB8-4665FF405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231" y="3617844"/>
            <a:ext cx="6310878" cy="11728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1CC42CE-2A8D-448F-A03C-19E5BB997063}"/>
              </a:ext>
            </a:extLst>
          </p:cNvPr>
          <p:cNvSpPr txBox="1"/>
          <p:nvPr/>
        </p:nvSpPr>
        <p:spPr>
          <a:xfrm>
            <a:off x="602019" y="4716491"/>
            <a:ext cx="801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CH"/>
            </a:defPPr>
            <a:lvl1pPr>
              <a:defRPr sz="1200"/>
            </a:lvl1pPr>
          </a:lstStyle>
          <a:p>
            <a:r>
              <a:rPr lang="en-CH" dirty="0"/>
              <a:t>co</a:t>
            </a:r>
            <a:r>
              <a:rPr lang="fr-CH" dirty="0"/>
              <a:t>n</a:t>
            </a:r>
            <a:r>
              <a:rPr lang="en-CH" dirty="0"/>
              <a:t>v (5,5)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102E63-7FF8-432C-91AD-D659385A0A46}"/>
              </a:ext>
            </a:extLst>
          </p:cNvPr>
          <p:cNvSpPr txBox="1"/>
          <p:nvPr/>
        </p:nvSpPr>
        <p:spPr>
          <a:xfrm>
            <a:off x="1428447" y="4716492"/>
            <a:ext cx="1085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200" dirty="0"/>
              <a:t>max pool (2,2)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DC2F93-08A5-4DAF-8B91-0FF9C7658E3D}"/>
              </a:ext>
            </a:extLst>
          </p:cNvPr>
          <p:cNvSpPr txBox="1"/>
          <p:nvPr/>
        </p:nvSpPr>
        <p:spPr>
          <a:xfrm>
            <a:off x="2506792" y="4716492"/>
            <a:ext cx="8011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200" dirty="0"/>
              <a:t>co</a:t>
            </a:r>
            <a:r>
              <a:rPr lang="fr-CH" sz="1200" dirty="0"/>
              <a:t>n</a:t>
            </a:r>
            <a:r>
              <a:rPr lang="en-CH" sz="1200" dirty="0"/>
              <a:t>v (3,3)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A1A113-E619-435C-A3D8-DD0390B217DE}"/>
              </a:ext>
            </a:extLst>
          </p:cNvPr>
          <p:cNvSpPr txBox="1"/>
          <p:nvPr/>
        </p:nvSpPr>
        <p:spPr>
          <a:xfrm>
            <a:off x="3307973" y="4716493"/>
            <a:ext cx="1085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200" dirty="0"/>
              <a:t>max pool (2,2)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7C527-B32A-45D2-81D7-E106BDBAEA06}"/>
              </a:ext>
            </a:extLst>
          </p:cNvPr>
          <p:cNvSpPr txBox="1"/>
          <p:nvPr/>
        </p:nvSpPr>
        <p:spPr>
          <a:xfrm>
            <a:off x="6338276" y="4716495"/>
            <a:ext cx="335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dirty="0"/>
              <a:t>F</a:t>
            </a:r>
            <a:r>
              <a:rPr lang="en-CH" sz="1200" dirty="0"/>
              <a:t>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7133E4-F684-469B-AF7E-CC11BFB37836}"/>
              </a:ext>
            </a:extLst>
          </p:cNvPr>
          <p:cNvSpPr txBox="1"/>
          <p:nvPr/>
        </p:nvSpPr>
        <p:spPr>
          <a:xfrm>
            <a:off x="4767521" y="4716494"/>
            <a:ext cx="335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dirty="0"/>
              <a:t>F</a:t>
            </a:r>
            <a:r>
              <a:rPr lang="en-CH" sz="1200" dirty="0"/>
              <a:t>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C9685E-1258-496F-9A19-E7071CBEDC0E}"/>
              </a:ext>
            </a:extLst>
          </p:cNvPr>
          <p:cNvSpPr txBox="1"/>
          <p:nvPr/>
        </p:nvSpPr>
        <p:spPr>
          <a:xfrm>
            <a:off x="5799723" y="4716495"/>
            <a:ext cx="335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sz="1200" dirty="0"/>
              <a:t>F</a:t>
            </a:r>
            <a:r>
              <a:rPr lang="en-CH" sz="12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22618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A32-1FC2-4F79-B981-9D27FE643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O</a:t>
            </a:r>
            <a:r>
              <a:rPr lang="fr-CH" dirty="0"/>
              <a:t>C</a:t>
            </a:r>
            <a:r>
              <a:rPr lang="en-CH" dirty="0"/>
              <a:t>R : </a:t>
            </a:r>
            <a:r>
              <a:rPr lang="fr-CH" dirty="0"/>
              <a:t>r</a:t>
            </a:r>
            <a:r>
              <a:rPr lang="en-CH" dirty="0"/>
              <a:t>e</a:t>
            </a:r>
            <a:r>
              <a:rPr lang="fr-CH" dirty="0"/>
              <a:t>s</a:t>
            </a:r>
            <a:r>
              <a:rPr lang="en-CH" dirty="0"/>
              <a:t>u</a:t>
            </a:r>
            <a:r>
              <a:rPr lang="fr-CH" dirty="0"/>
              <a:t>l</a:t>
            </a:r>
            <a:r>
              <a:rPr lang="en-CH" dirty="0"/>
              <a:t>t</a:t>
            </a:r>
            <a:r>
              <a:rPr lang="fr-CH" dirty="0"/>
              <a:t>s</a:t>
            </a:r>
            <a:endParaRPr lang="en-CH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E75DC7B-C599-4882-9D6D-AA69D5C43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28191"/>
            <a:ext cx="5157787" cy="4261472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Digits :</a:t>
            </a:r>
          </a:p>
          <a:p>
            <a:r>
              <a:rPr lang="en-US" dirty="0"/>
              <a:t>9</a:t>
            </a:r>
            <a:r>
              <a:rPr lang="en-CH" dirty="0"/>
              <a:t>8</a:t>
            </a:r>
            <a:r>
              <a:rPr lang="en-US" dirty="0"/>
              <a:t>% </a:t>
            </a:r>
            <a:r>
              <a:rPr lang="en-CH" dirty="0"/>
              <a:t> accuracy on MNIST (0° and 180°)</a:t>
            </a:r>
          </a:p>
          <a:p>
            <a:r>
              <a:rPr lang="en-CH" dirty="0"/>
              <a:t>100% accuracy on the 6 digits of the provided video</a:t>
            </a:r>
          </a:p>
          <a:p>
            <a:r>
              <a:rPr lang="en-CH" dirty="0"/>
              <a:t>Has little statistical significance for generalization to other videos</a:t>
            </a:r>
            <a:endParaRPr lang="en-US" dirty="0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24DB876D-489F-41A7-9768-978E56CC4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28191"/>
            <a:ext cx="5183188" cy="4261472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Math operators :</a:t>
            </a:r>
          </a:p>
          <a:p>
            <a:r>
              <a:rPr lang="en-CH" dirty="0"/>
              <a:t>100% accuracy</a:t>
            </a:r>
            <a:r>
              <a:rPr lang="fr-CH" dirty="0"/>
              <a:t> </a:t>
            </a:r>
            <a:r>
              <a:rPr lang="en-CH" dirty="0"/>
              <a:t>on the 4 math operators of the provided video</a:t>
            </a:r>
          </a:p>
          <a:p>
            <a:r>
              <a:rPr lang="en-CH" dirty="0"/>
              <a:t>Has little significance for generalization to other videos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74F47-65E1-48C9-A76A-6621183C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CH"/>
              <a:t>21/04/2020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108F1-A6A3-4FDB-B39B-57152A6F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B5E2A-433B-448B-927D-175968ECC449}" type="slidenum">
              <a:rPr lang="en-CH" smtClean="0"/>
              <a:t>5</a:t>
            </a:fld>
            <a:endParaRPr lang="en-C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3BF773-D3EB-4253-8175-4FD65B767A4F}"/>
              </a:ext>
            </a:extLst>
          </p:cNvPr>
          <p:cNvSpPr txBox="1"/>
          <p:nvPr/>
        </p:nvSpPr>
        <p:spPr>
          <a:xfrm>
            <a:off x="440640" y="5580509"/>
            <a:ext cx="11507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Differentiation</a:t>
            </a:r>
            <a:r>
              <a:rPr lang="fr-CH" sz="2400" dirty="0"/>
              <a:t> : A</a:t>
            </a:r>
            <a:r>
              <a:rPr lang="en-CH" sz="2400" dirty="0"/>
              <a:t>l</a:t>
            </a:r>
            <a:r>
              <a:rPr lang="fr-CH" sz="2400" dirty="0"/>
              <a:t>t</a:t>
            </a:r>
            <a:r>
              <a:rPr lang="en-CH" sz="2400" dirty="0"/>
              <a:t>e</a:t>
            </a:r>
            <a:r>
              <a:rPr lang="fr-CH" sz="2400" dirty="0"/>
              <a:t>r</a:t>
            </a:r>
            <a:r>
              <a:rPr lang="en-CH" sz="2400" dirty="0"/>
              <a:t>n</a:t>
            </a:r>
            <a:r>
              <a:rPr lang="fr-CH" sz="2400" dirty="0"/>
              <a:t>a</a:t>
            </a:r>
            <a:r>
              <a:rPr lang="en-CH" sz="2400" dirty="0"/>
              <a:t>t</a:t>
            </a:r>
            <a:r>
              <a:rPr lang="fr-CH" sz="2400" dirty="0"/>
              <a:t>i</a:t>
            </a:r>
            <a:r>
              <a:rPr lang="en-CH" sz="2400" dirty="0"/>
              <a:t>n</a:t>
            </a:r>
            <a:r>
              <a:rPr lang="fr-CH" sz="2400" dirty="0"/>
              <a:t>g</a:t>
            </a:r>
            <a:r>
              <a:rPr lang="en-CH" sz="2400" dirty="0"/>
              <a:t> between the two of them because we know we start with digit.</a:t>
            </a:r>
          </a:p>
        </p:txBody>
      </p:sp>
    </p:spTree>
    <p:extLst>
      <p:ext uri="{BB962C8B-B14F-4D97-AF65-F5344CB8AC3E}">
        <p14:creationId xmlns:p14="http://schemas.microsoft.com/office/powerpoint/2010/main" val="425038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451</Words>
  <Application>Microsoft Office PowerPoint</Application>
  <PresentationFormat>Widescreen</PresentationFormat>
  <Paragraphs>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IAPR special project</vt:lpstr>
      <vt:lpstr>Image segmentation : strategy</vt:lpstr>
      <vt:lpstr>Image segmentation : results</vt:lpstr>
      <vt:lpstr>OCR : strategy</vt:lpstr>
      <vt:lpstr>OCR :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Meyer</dc:creator>
  <cp:lastModifiedBy>Niilouf</cp:lastModifiedBy>
  <cp:revision>94</cp:revision>
  <dcterms:created xsi:type="dcterms:W3CDTF">2020-04-20T06:54:30Z</dcterms:created>
  <dcterms:modified xsi:type="dcterms:W3CDTF">2020-05-28T09:18:01Z</dcterms:modified>
</cp:coreProperties>
</file>