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59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 autoAdjust="0"/>
    <p:restoredTop sz="86427" autoAdjust="0"/>
  </p:normalViewPr>
  <p:slideViewPr>
    <p:cSldViewPr snapToGrid="0">
      <p:cViewPr varScale="1">
        <p:scale>
          <a:sx n="96" d="100"/>
          <a:sy n="96" d="100"/>
        </p:scale>
        <p:origin x="111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107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24080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</TotalTime>
  <Words>94</Words>
  <Application>Microsoft Office PowerPoint</Application>
  <PresentationFormat>Widescreen</PresentationFormat>
  <Paragraphs>29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Claire Meyer</cp:lastModifiedBy>
  <cp:revision>71</cp:revision>
  <dcterms:created xsi:type="dcterms:W3CDTF">2020-04-20T06:54:30Z</dcterms:created>
  <dcterms:modified xsi:type="dcterms:W3CDTF">2020-05-27T13:59:12Z</dcterms:modified>
</cp:coreProperties>
</file>