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72" r:id="rId2"/>
    <p:sldId id="259" r:id="rId3"/>
    <p:sldId id="277" r:id="rId4"/>
    <p:sldId id="278" r:id="rId5"/>
    <p:sldId id="279" r:id="rId6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74" autoAdjust="0"/>
    <p:restoredTop sz="86427" autoAdjust="0"/>
  </p:normalViewPr>
  <p:slideViewPr>
    <p:cSldViewPr snapToGrid="0">
      <p:cViewPr varScale="1">
        <p:scale>
          <a:sx n="98" d="100"/>
          <a:sy n="98" d="100"/>
        </p:scale>
        <p:origin x="1032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BD9933F-CFF6-48A3-84D5-84B66E06D6E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BABCD5-5E9E-48A4-9BD3-F6338C1AE9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DB30E-4D4F-4B3B-9D51-51B70666F3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626EDB-D2D9-4222-8E39-0CDF8C39CA8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58476-0E0D-41FB-AEF8-71DC4C6B8094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778404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831FAA-BA95-4114-814B-804161916173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7718548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44210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11073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3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169156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66068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67630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A4D17-56D7-4490-B966-4F7457FEF1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CDCCA3-5406-4623-9346-DD43586FD0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EBD65-6E84-4941-B6C0-2A26B165F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64C66-54A9-44A5-87A0-E4A68CECA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A7872-09ED-402D-BCF2-DEBD32817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72972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6B8A1-0DF0-4B1D-B10D-81FCFA7D0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FCBEC-F90D-4DF6-89AD-9BD99D004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56801-6C62-42E5-8B0D-B5991A518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AD1323-14CF-47F3-95B9-F0BE39B05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4FC846-1E2F-41A2-BA0D-6285B0CD4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27317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D8E3-B54F-4381-B3CA-F6B468107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80DCE3-B6A9-4272-8FA1-BCD6A2760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53AAF4-11EF-4B1F-BDC6-7B2200BC1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9C4ACF-B5D4-4414-BD42-2F362F54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13C14C-975E-4ACD-BF0D-FF4186DD9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39895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58CB0-24F3-4FD3-98CD-8FBC8F65E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D10E5-157C-4741-A418-14F554595B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B6B882-6547-4917-A93D-3A9A742D04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2CD52C-F0C7-4FFB-A5E6-DF04060A7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4DC9E7-3F2E-4CDF-8780-82921E474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06EADE-F928-4DC2-8692-00F7CF3ED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25115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2C65F-5703-4702-AF47-1217F70AD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FABF58-77F5-451E-8ED0-55402EF1E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A133E8-80CF-4BAF-89AD-DE414336A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24D02E-A502-4787-AC20-96431EEE60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8E6FB8-1BDC-468F-8C2A-CC09324EF3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3F04D6-8F7B-4F75-9ABD-BDDD3B116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3B3C90-1AE2-4D4A-ACDA-4FC1B9652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4CDBAD-A630-432C-9C8B-ADDC1E15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5652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0FA38-437F-4319-A816-CED0F7FA6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1F2582-6DA7-46AE-9768-863E002FE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B0B293-F8DE-4935-A829-E57336637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784AF8-54C1-41E2-96F8-CE7806DDF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56701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183AA9-081E-4108-9612-03F6AD853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0EE700-DBEE-40F4-AE96-100D88F23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DD632-3ABF-44BA-B19A-813CA95B4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67979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D8FCE-A3F5-441C-A55A-B1C11E69A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D4A3D-A96C-4745-B2BD-A46FB54E8A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DBC11C-1A74-460A-9996-AAA3758AEF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5B71F-BAC1-4B5D-BB6C-3325490E1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1A2EF-3589-43EE-902C-5BD2EF908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5BDB8F-5FB4-4320-87F5-BB7BD1968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67296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1C4AF-4CCC-44CE-B42E-C6417E34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6D6D54-4C97-421E-BA6E-E8E650D8BB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FAADE9-96C0-4595-981F-AD67EE1820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A663C-9014-43B7-A477-02490EEC0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9ECC46-1017-4B5F-B908-4E7501A70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3CA6A-D2F9-4057-AAD0-45A9FF312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313933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B3575-7B2D-48ED-B809-4D6487D12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B3EEC5-902B-45B5-B144-78470E3823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B705B7-C755-43BC-A7DB-8254B70B9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FF7F8-3F36-474A-924F-0958C3207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B087-ADFF-4608-8095-9CA500A0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3480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302D1B-2238-4252-8C8B-89A75F2A66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23B3F6-7610-45D4-8BF1-B2EE68B132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B7EABD-4A71-4C2D-A709-A0CA87A88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63799-2D85-48DD-9467-40E57F6EB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26DD9-73BE-499E-BCA2-021B962B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65428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EB251F-670C-488D-9E04-B39B2B8C4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E8FF94-4C9F-4E1A-A9C0-98CBC89A7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0A205-41CD-4890-8125-C4E7975546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09A88-995A-412A-B27D-DB41F4FB36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6D8F8-05AC-44D3-B75F-22526F34EC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EB5E2A-433B-448B-927D-175968ECC449}" type="slidenum">
              <a:rPr lang="en-CH" smtClean="0"/>
              <a:t>‹N°›</a:t>
            </a:fld>
            <a:endParaRPr lang="en-CH" dirty="0"/>
          </a:p>
        </p:txBody>
      </p:sp>
      <p:pic>
        <p:nvPicPr>
          <p:cNvPr id="7" name="Picture 6" descr="A picture containing clock, drawing&#10;&#10;Description automatically generated">
            <a:extLst>
              <a:ext uri="{FF2B5EF4-FFF2-40B4-BE49-F238E27FC236}">
                <a16:creationId xmlns:a16="http://schemas.microsoft.com/office/drawing/2014/main" id="{EC4DA197-3FF8-4705-8732-E0BCFFFF276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820" y="80359"/>
            <a:ext cx="1338841" cy="39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187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B84D6-2FED-41A9-8568-290EB7DA38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402176"/>
          </a:xfrm>
        </p:spPr>
        <p:txBody>
          <a:bodyPr>
            <a:normAutofit/>
          </a:bodyPr>
          <a:lstStyle/>
          <a:p>
            <a:r>
              <a:rPr lang="en-CH" dirty="0">
                <a:solidFill>
                  <a:srgbClr val="C00000"/>
                </a:solidFill>
              </a:rPr>
              <a:t>I</a:t>
            </a:r>
            <a:r>
              <a:rPr lang="fr-CH" dirty="0">
                <a:solidFill>
                  <a:srgbClr val="C00000"/>
                </a:solidFill>
              </a:rPr>
              <a:t>A</a:t>
            </a:r>
            <a:r>
              <a:rPr lang="en-CH" dirty="0">
                <a:solidFill>
                  <a:srgbClr val="C00000"/>
                </a:solidFill>
              </a:rPr>
              <a:t>P</a:t>
            </a:r>
            <a:r>
              <a:rPr lang="fr-CH" dirty="0">
                <a:solidFill>
                  <a:srgbClr val="C00000"/>
                </a:solidFill>
              </a:rPr>
              <a:t>R</a:t>
            </a:r>
            <a:r>
              <a:rPr lang="en-CH" dirty="0">
                <a:solidFill>
                  <a:srgbClr val="C00000"/>
                </a:solidFill>
              </a:rPr>
              <a:t> </a:t>
            </a:r>
            <a:r>
              <a:rPr lang="fr-CH" dirty="0">
                <a:solidFill>
                  <a:srgbClr val="C00000"/>
                </a:solidFill>
              </a:rPr>
              <a:t>s</a:t>
            </a:r>
            <a:r>
              <a:rPr lang="en-CH" dirty="0">
                <a:solidFill>
                  <a:srgbClr val="C00000"/>
                </a:solidFill>
              </a:rPr>
              <a:t>p</a:t>
            </a:r>
            <a:r>
              <a:rPr lang="fr-CH" dirty="0">
                <a:solidFill>
                  <a:srgbClr val="C00000"/>
                </a:solidFill>
              </a:rPr>
              <a:t>e</a:t>
            </a:r>
            <a:r>
              <a:rPr lang="en-CH" dirty="0">
                <a:solidFill>
                  <a:srgbClr val="C00000"/>
                </a:solidFill>
              </a:rPr>
              <a:t>c</a:t>
            </a:r>
            <a:r>
              <a:rPr lang="fr-CH" dirty="0">
                <a:solidFill>
                  <a:srgbClr val="C00000"/>
                </a:solidFill>
              </a:rPr>
              <a:t>i</a:t>
            </a:r>
            <a:r>
              <a:rPr lang="en-CH" dirty="0">
                <a:solidFill>
                  <a:srgbClr val="C00000"/>
                </a:solidFill>
              </a:rPr>
              <a:t>a</a:t>
            </a:r>
            <a:r>
              <a:rPr lang="fr-CH" dirty="0">
                <a:solidFill>
                  <a:srgbClr val="C00000"/>
                </a:solidFill>
              </a:rPr>
              <a:t>l</a:t>
            </a:r>
            <a:r>
              <a:rPr lang="en-CH" dirty="0">
                <a:solidFill>
                  <a:srgbClr val="C00000"/>
                </a:solidFill>
              </a:rPr>
              <a:t> </a:t>
            </a:r>
            <a:r>
              <a:rPr lang="fr-CH" dirty="0">
                <a:solidFill>
                  <a:srgbClr val="C00000"/>
                </a:solidFill>
              </a:rPr>
              <a:t>p</a:t>
            </a:r>
            <a:r>
              <a:rPr lang="en-CH" dirty="0">
                <a:solidFill>
                  <a:srgbClr val="C00000"/>
                </a:solidFill>
              </a:rPr>
              <a:t>r</a:t>
            </a:r>
            <a:r>
              <a:rPr lang="fr-CH" dirty="0">
                <a:solidFill>
                  <a:srgbClr val="C00000"/>
                </a:solidFill>
              </a:rPr>
              <a:t>o</a:t>
            </a:r>
            <a:r>
              <a:rPr lang="en-CH" dirty="0">
                <a:solidFill>
                  <a:srgbClr val="C00000"/>
                </a:solidFill>
              </a:rPr>
              <a:t>j</a:t>
            </a:r>
            <a:r>
              <a:rPr lang="fr-CH" dirty="0">
                <a:solidFill>
                  <a:srgbClr val="C00000"/>
                </a:solidFill>
              </a:rPr>
              <a:t>e</a:t>
            </a:r>
            <a:r>
              <a:rPr lang="en-CH" dirty="0">
                <a:solidFill>
                  <a:srgbClr val="C00000"/>
                </a:solidFill>
              </a:rPr>
              <a:t>c</a:t>
            </a:r>
            <a:r>
              <a:rPr lang="fr-CH" dirty="0">
                <a:solidFill>
                  <a:srgbClr val="C00000"/>
                </a:solidFill>
              </a:rPr>
              <a:t>t</a:t>
            </a:r>
            <a:endParaRPr lang="en-CH" dirty="0">
              <a:solidFill>
                <a:srgbClr val="C0000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65A158-2E21-42E1-8E3C-93F3EC2449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56425"/>
            <a:ext cx="9144000" cy="1829558"/>
          </a:xfrm>
        </p:spPr>
        <p:txBody>
          <a:bodyPr>
            <a:normAutofit/>
          </a:bodyPr>
          <a:lstStyle/>
          <a:p>
            <a:endParaRPr lang="en-CH" dirty="0"/>
          </a:p>
          <a:p>
            <a:r>
              <a:rPr lang="en-CH" dirty="0"/>
              <a:t>Nicolas </a:t>
            </a:r>
            <a:r>
              <a:rPr lang="en-CH" dirty="0" err="1"/>
              <a:t>Furrer</a:t>
            </a:r>
            <a:endParaRPr lang="en-CH" dirty="0"/>
          </a:p>
          <a:p>
            <a:r>
              <a:rPr lang="en-CH" dirty="0"/>
              <a:t>Claire </a:t>
            </a:r>
            <a:r>
              <a:rPr lang="en-CH" dirty="0" err="1"/>
              <a:t>Mey</a:t>
            </a:r>
            <a:r>
              <a:rPr lang="fr-CH" dirty="0"/>
              <a:t>e</a:t>
            </a:r>
            <a:r>
              <a:rPr lang="en-CH" dirty="0"/>
              <a:t>r</a:t>
            </a:r>
          </a:p>
          <a:p>
            <a:r>
              <a:rPr lang="en-CH" dirty="0"/>
              <a:t>P</a:t>
            </a:r>
            <a:r>
              <a:rPr lang="fr-CH" dirty="0"/>
              <a:t>h</a:t>
            </a:r>
            <a:r>
              <a:rPr lang="en-CH" dirty="0" err="1"/>
              <a:t>i</a:t>
            </a:r>
            <a:r>
              <a:rPr lang="fr-CH" dirty="0"/>
              <a:t>l</a:t>
            </a:r>
            <a:r>
              <a:rPr lang="en-CH" dirty="0" err="1"/>
              <a:t>i</a:t>
            </a:r>
            <a:r>
              <a:rPr lang="fr-CH" dirty="0"/>
              <a:t>p</a:t>
            </a:r>
            <a:r>
              <a:rPr lang="en-CH" dirty="0"/>
              <a:t>p Schuler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69008-7E4F-4F00-8599-96CD791F5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808F8-37BE-49D7-8F42-B1FBEC7DB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0237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Image segmentation : </a:t>
            </a:r>
            <a:r>
              <a:rPr lang="en-CH" dirty="0" err="1"/>
              <a:t>st</a:t>
            </a:r>
            <a:r>
              <a:rPr lang="fr-CH" dirty="0"/>
              <a:t>r</a:t>
            </a:r>
            <a:r>
              <a:rPr lang="en-CH" dirty="0"/>
              <a:t>a</a:t>
            </a:r>
            <a:r>
              <a:rPr lang="fr-CH" dirty="0"/>
              <a:t>t</a:t>
            </a:r>
            <a:r>
              <a:rPr lang="en-CH" dirty="0"/>
              <a:t>e</a:t>
            </a:r>
            <a:r>
              <a:rPr lang="fr-CH" dirty="0"/>
              <a:t>g</a:t>
            </a:r>
            <a:r>
              <a:rPr lang="en-CH" dirty="0"/>
              <a:t>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0A932-C390-4A3A-80DC-003C4B5E6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24080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Image segmentation : re</a:t>
            </a:r>
            <a:r>
              <a:rPr lang="fr-CH" dirty="0"/>
              <a:t>s</a:t>
            </a:r>
            <a:r>
              <a:rPr lang="en-CH" dirty="0"/>
              <a:t>u</a:t>
            </a:r>
            <a:r>
              <a:rPr lang="fr-CH" dirty="0"/>
              <a:t>l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0A932-C390-4A3A-80DC-003C4B5E6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3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27046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O</a:t>
            </a:r>
            <a:r>
              <a:rPr lang="fr-CH" dirty="0"/>
              <a:t>C</a:t>
            </a:r>
            <a:r>
              <a:rPr lang="en-CH" dirty="0"/>
              <a:t>R : </a:t>
            </a:r>
            <a:r>
              <a:rPr lang="fr-CH" dirty="0"/>
              <a:t>s</a:t>
            </a:r>
            <a:r>
              <a:rPr lang="en-CH" dirty="0"/>
              <a:t>t</a:t>
            </a:r>
            <a:r>
              <a:rPr lang="fr-CH" dirty="0"/>
              <a:t>r</a:t>
            </a:r>
            <a:r>
              <a:rPr lang="en-CH" dirty="0"/>
              <a:t>a</a:t>
            </a:r>
            <a:r>
              <a:rPr lang="fr-CH" dirty="0"/>
              <a:t>t</a:t>
            </a:r>
            <a:r>
              <a:rPr lang="en-CH" dirty="0"/>
              <a:t>e</a:t>
            </a:r>
            <a:r>
              <a:rPr lang="fr-CH" dirty="0"/>
              <a:t>g</a:t>
            </a:r>
            <a:r>
              <a:rPr lang="en-CH" dirty="0"/>
              <a:t>y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B87720CE-A241-411B-BD61-831F71D58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Digits</a:t>
            </a:r>
            <a:endParaRPr lang="en-US" dirty="0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907901E9-80EE-4E19-AEA0-BB18E0D9FE3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fr-CH" sz="2400" dirty="0"/>
              <a:t>Multi layer perceptron</a:t>
            </a:r>
          </a:p>
          <a:p>
            <a:r>
              <a:rPr lang="fr-CH" sz="2400" dirty="0"/>
              <a:t>200 </a:t>
            </a:r>
            <a:r>
              <a:rPr lang="fr-CH" sz="2400" dirty="0" err="1"/>
              <a:t>layers</a:t>
            </a:r>
            <a:r>
              <a:rPr lang="fr-CH" sz="2400" dirty="0"/>
              <a:t> for </a:t>
            </a:r>
            <a:r>
              <a:rPr lang="fr-CH" sz="2400" dirty="0" err="1"/>
              <a:t>improved</a:t>
            </a:r>
            <a:r>
              <a:rPr lang="fr-CH" sz="2400" dirty="0"/>
              <a:t> </a:t>
            </a:r>
            <a:r>
              <a:rPr lang="fr-CH" sz="2400" dirty="0" err="1"/>
              <a:t>accuracy</a:t>
            </a:r>
            <a:endParaRPr lang="fr-CH" sz="2400" dirty="0"/>
          </a:p>
          <a:p>
            <a:r>
              <a:rPr lang="fr-CH" sz="2400" dirty="0"/>
              <a:t>Training on MNIST</a:t>
            </a:r>
          </a:p>
          <a:p>
            <a:endParaRPr lang="en-US" sz="2400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8E5ED769-6539-44F6-9105-267D145F9F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CH" dirty="0" err="1"/>
              <a:t>Signs</a:t>
            </a:r>
            <a:endParaRPr lang="en-US" dirty="0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200229F1-C9CB-48A4-945F-6E328A78539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fr-CH" dirty="0"/>
              <a:t>3 </a:t>
            </a:r>
            <a:r>
              <a:rPr lang="fr-CH" dirty="0" err="1"/>
              <a:t>strategies</a:t>
            </a:r>
            <a:r>
              <a:rPr lang="fr-CH" dirty="0"/>
              <a:t> to </a:t>
            </a:r>
            <a:r>
              <a:rPr lang="fr-CH" dirty="0" err="1"/>
              <a:t>classify</a:t>
            </a:r>
            <a:r>
              <a:rPr lang="fr-CH" dirty="0"/>
              <a:t>:</a:t>
            </a:r>
          </a:p>
          <a:p>
            <a:pPr lvl="1"/>
            <a:r>
              <a:rPr lang="fr-CH" dirty="0" err="1"/>
              <a:t>Number</a:t>
            </a:r>
            <a:r>
              <a:rPr lang="fr-CH" dirty="0"/>
              <a:t> of contours</a:t>
            </a:r>
          </a:p>
          <a:p>
            <a:pPr lvl="2"/>
            <a:r>
              <a:rPr lang="fr-CH" dirty="0" err="1"/>
              <a:t>Divided</a:t>
            </a:r>
            <a:r>
              <a:rPr lang="fr-CH" dirty="0"/>
              <a:t> = 3</a:t>
            </a:r>
          </a:p>
          <a:p>
            <a:pPr lvl="2"/>
            <a:r>
              <a:rPr lang="fr-CH" dirty="0" err="1"/>
              <a:t>Equal</a:t>
            </a:r>
            <a:r>
              <a:rPr lang="fr-CH" dirty="0"/>
              <a:t> = 2</a:t>
            </a:r>
          </a:p>
          <a:p>
            <a:pPr lvl="1"/>
            <a:r>
              <a:rPr lang="fr-CH" dirty="0"/>
              <a:t>Ratio of single contour</a:t>
            </a:r>
          </a:p>
          <a:p>
            <a:pPr lvl="2"/>
            <a:r>
              <a:rPr lang="fr-CH" dirty="0"/>
              <a:t>Minus &gt; 2</a:t>
            </a:r>
          </a:p>
          <a:p>
            <a:pPr lvl="1"/>
            <a:r>
              <a:rPr lang="fr-CH" dirty="0"/>
              <a:t>Fourrier </a:t>
            </a:r>
            <a:r>
              <a:rPr lang="fr-CH" dirty="0" err="1"/>
              <a:t>descriptor</a:t>
            </a:r>
            <a:r>
              <a:rPr lang="fr-CH" dirty="0"/>
              <a:t> (4th one)</a:t>
            </a:r>
          </a:p>
          <a:p>
            <a:pPr lvl="2"/>
            <a:r>
              <a:rPr lang="fr-CH" dirty="0" err="1"/>
              <a:t>Multiply</a:t>
            </a:r>
            <a:r>
              <a:rPr lang="fr-CH" dirty="0"/>
              <a:t> &lt; 0,1</a:t>
            </a:r>
          </a:p>
          <a:p>
            <a:pPr lvl="2"/>
            <a:r>
              <a:rPr lang="fr-CH" dirty="0"/>
              <a:t>Plus &gt; 0,1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26187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O</a:t>
            </a:r>
            <a:r>
              <a:rPr lang="fr-CH" dirty="0"/>
              <a:t>C</a:t>
            </a:r>
            <a:r>
              <a:rPr lang="en-CH" dirty="0"/>
              <a:t>R : </a:t>
            </a:r>
            <a:r>
              <a:rPr lang="fr-CH" dirty="0"/>
              <a:t>r</a:t>
            </a:r>
            <a:r>
              <a:rPr lang="en-CH" dirty="0"/>
              <a:t>e</a:t>
            </a:r>
            <a:r>
              <a:rPr lang="fr-CH" dirty="0"/>
              <a:t>s</a:t>
            </a:r>
            <a:r>
              <a:rPr lang="en-CH" dirty="0"/>
              <a:t>u</a:t>
            </a:r>
            <a:r>
              <a:rPr lang="fr-CH" dirty="0"/>
              <a:t>l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9BABAD20-1829-4504-91AA-AD1C2ECE5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Digits</a:t>
            </a:r>
            <a:endParaRPr lang="en-US" dirty="0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DE75DC7B-C599-4882-9D6D-AA69D5C43FF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Testing score of 97,65% </a:t>
            </a:r>
          </a:p>
          <a:p>
            <a:r>
              <a:rPr lang="en-US"/>
              <a:t>Some reliability </a:t>
            </a:r>
            <a:r>
              <a:rPr lang="en-US" dirty="0"/>
              <a:t>issues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30DB6E2F-9288-4BB6-8C82-EC6ACF4634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CH" dirty="0" err="1"/>
              <a:t>Signs</a:t>
            </a:r>
            <a:endParaRPr lang="en-US" dirty="0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24DB876D-489F-41A7-9768-978E56CC49C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fr-CH" dirty="0"/>
              <a:t>Correct </a:t>
            </a:r>
            <a:r>
              <a:rPr lang="fr-CH" dirty="0" err="1"/>
              <a:t>detection</a:t>
            </a:r>
            <a:r>
              <a:rPr lang="fr-CH" dirty="0"/>
              <a:t> of </a:t>
            </a:r>
            <a:r>
              <a:rPr lang="fr-CH" dirty="0" err="1"/>
              <a:t>signs</a:t>
            </a:r>
            <a:r>
              <a:rPr lang="fr-CH" dirty="0"/>
              <a:t> on </a:t>
            </a:r>
            <a:r>
              <a:rPr lang="fr-CH" dirty="0" err="1"/>
              <a:t>small</a:t>
            </a:r>
            <a:r>
              <a:rPr lang="fr-CH" dirty="0"/>
              <a:t> </a:t>
            </a:r>
            <a:r>
              <a:rPr lang="fr-CH" dirty="0" err="1"/>
              <a:t>sample</a:t>
            </a:r>
            <a:r>
              <a:rPr lang="fr-CH" dirty="0"/>
              <a:t> set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2503809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936</TotalTime>
  <Words>158</Words>
  <Application>Microsoft Office PowerPoint</Application>
  <PresentationFormat>Grand écran</PresentationFormat>
  <Paragraphs>48</Paragraphs>
  <Slides>5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IAPR special project</vt:lpstr>
      <vt:lpstr>Image segmentation : strategy</vt:lpstr>
      <vt:lpstr>Image segmentation : results</vt:lpstr>
      <vt:lpstr>OCR : strategy</vt:lpstr>
      <vt:lpstr>OCR : 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Claire Meyer</dc:creator>
  <cp:lastModifiedBy>Philipp Schuler</cp:lastModifiedBy>
  <cp:revision>76</cp:revision>
  <dcterms:created xsi:type="dcterms:W3CDTF">2020-04-20T06:54:30Z</dcterms:created>
  <dcterms:modified xsi:type="dcterms:W3CDTF">2020-05-27T17:19:44Z</dcterms:modified>
</cp:coreProperties>
</file>